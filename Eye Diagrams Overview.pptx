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8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708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783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42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99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1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90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375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58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89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24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1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BCD89-3A4E-4F84-BB75-2008CCA0313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05810-DA8D-4A84-A7AE-F9F903A2BF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3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23F272-B9A0-99D3-6A5A-DE576C1C4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2432"/>
            <a:ext cx="9144000" cy="369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1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BB951A-323E-9415-A691-E196E5084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08" y="299922"/>
            <a:ext cx="6903212" cy="607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55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0</Words>
  <Application>Microsoft Office PowerPoint</Application>
  <PresentationFormat>On-screen Show (4:3)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Kost, Alan R - (akost)</dc:creator>
  <cp:lastModifiedBy>Kost, Alan R - (akost)</cp:lastModifiedBy>
  <cp:revision>2</cp:revision>
  <dcterms:created xsi:type="dcterms:W3CDTF">2026-03-06T03:45:20Z</dcterms:created>
  <dcterms:modified xsi:type="dcterms:W3CDTF">2026-03-06T05:27:13Z</dcterms:modified>
</cp:coreProperties>
</file>